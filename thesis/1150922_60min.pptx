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當年用 1962 到 2002 年的資料，報告計入交易成本之後，年化超額報酬還有大約 11%。他們的成本是用「訊號出現後等一天才執行」來代理的。但後面的研究很一致地發現，這個績效在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年完全沒有，覆蓋率是零，所以那段期間基本面特徵其實是常數。還有一個價格資料的缺口我也要先講：有 188 檔股票 2010 年以前的價格回補失敗，所以 2010 年以前每期真正能用的標的只有大約 237 檔，之後是 447 檔，而同期的成分股其實一直都是 500 檔左右。這不是依績效篩掉的，但它讓 2010 年以前只涵蓋大約一半的成分股。這兩件事都會影響分期的解讀，後面限制那裡會再提。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第三段是主檢定，也是全篇唯一通過多重檢定校正的正向結果。再提醒一次證據等級：這一段的判準不是預先登記的，是依文獻慣例在分析時採用的。</a:t>
            </a:r>
          </a:p>
          <a:p/>
          <a:p>
            <a:r>
              <a:t>做法是：形成期的配對完全固定，只把交易端從固定門檻換成 DL-THR，看逐日報酬差。五個配對來源，年化增益從 0.24 到 0.80%，方向全部是正的；BH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第一，五輪獨立重訓。我在研究後期修正了一個對沖口徑的實作錯誤，修正後績效有明顯的位移；但網路沒有固定種子，所以要確認這個位移不是重訓的雜訊。我用一個獨立預先登記的判準檢查：修正前的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0.009%，實質上等於零；最低的是負 1.58。換句話說，單靠配對選擇加固定門檻，這 25 年連無風險利率都跑不贏。</a:t>
            </a:r>
          </a:p>
          <a:p/>
          <a:p>
            <a:r>
              <a:t>唯二為正的，是疊加 DL-THR 的兩條 GICS 臂，0.375 跟 0.390%。但我要自己拆穿一件事：其中 0.282%，純粹是因為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1.14%，比參照臂自己的年化績效 0.46 還大。也就是說，就算真的有 0.3%的差異，檢定力也只有 11%。</a:t>
            </a:r>
          </a:p>
          <a:p/>
          <a:p>
            <a:r>
              <a:t>原因是結構性的：交易期層的比較，兩臂用的是同一批配對，差分可以把雜訊消掉；但形成期層的比較，兩臂本來就持有不同的配對，標準誤是 1.83 倍。要把可偵測效果壓到 0.3%，大約需要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全美股小很多。而且我要主動揭露一個資料缺口：有 188 檔股票 2010 年以前的價格沒抓到，所以 2010 年以前每期只有大約 237 檔可以用，之後是 447 檔——凡是跨過 2010 的前後比較，都混進了母體大小的變化。特徵維度也比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次方。反過來、修正後反而更差的只有 1 組。跨輪標準差中位數只有 0.031。</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以 1962–2002 年資料報告：計入交易成本後，年化超額報酬仍約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每期可用標的（中位數）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300"/>
              </a:spcAft>
            </a:pPr>
            <a:r>
              <a:rPr sz="1300" b="0">
                <a:solidFill>
                  <a:srgbClr val="1A1A1A"/>
                </a:solidFill>
                <a:latin typeface="Microsoft JhengHei"/>
                <a:ea typeface="Microsoft JhengHei"/>
              </a:rPr>
              <a:t>價格：Tiingo 含息還原價。成本：單邊 0.29%（Do &amp; Faff, 2012），樣本期較早、偏保守。</a:t>
            </a:r>
          </a:p>
          <a:p>
            <a:pPr algn="l">
              <a:lnSpc>
                <a:spcPct val="125000"/>
              </a:lnSpc>
              <a:spcAft>
                <a:spcPts val="300"/>
              </a:spcAft>
            </a:pPr>
            <a:r>
              <a:rPr sz="1300" b="0">
                <a:solidFill>
                  <a:srgbClr val="6B7280"/>
                </a:solidFill>
                <a:latin typeface="Microsoft JhengHei"/>
                <a:ea typeface="Microsoft JhengHei"/>
              </a:rPr>
              <a:t>限制先講：基本面在 2000–2008 年完全沒有資料（覆蓋率 0%）；188 檔的 2010 年前價格回補失敗 → 2010 年前每期可用標的僅約 237 檔（其後約 447）。</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個基點</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+0.375、+0.390%。但其中 </a:t>
            </a:r>
            <a:r>
              <a:rPr sz="1350" b="1">
                <a:solidFill>
                  <a:srgbClr val="1A1A1A"/>
                </a:solidFill>
                <a:latin typeface="Microsoft JhengHei"/>
                <a:ea typeface="Microsoft JhengHei"/>
              </a:rPr>
              <a:t>+0.282%</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a:t>
            </a:r>
            <a:r>
              <a:rPr sz="1300" b="0">
                <a:solidFill>
                  <a:srgbClr val="1A1A1A"/>
                </a:solidFill>
                <a:latin typeface="Microsoft JhengHei"/>
                <a:ea typeface="Microsoft JhengHei"/>
              </a:rPr>
              <a:t>，比參照臂自己的績效（0.461%）還大——對 0.3%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約 500 檔成分股；2010 前價格缺口→每期僅約 237 檔可用</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&gt; 0.461%）</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位移方向一致：修正後反而更差的只有 </a:t>
            </a:r>
            <a:r>
              <a:rPr sz="1350" b="1">
                <a:solidFill>
                  <a:srgbClr val="1A1A1A"/>
                </a:solidFill>
                <a:latin typeface="Microsoft JhengHei"/>
                <a:ea typeface="Microsoft JhengHei"/>
              </a:rPr>
              <a:t>1 / 120</a:t>
            </a:r>
            <a:r>
              <a:rPr sz="1350" b="0">
                <a:solidFill>
                  <a:srgbClr val="1A1A1A"/>
                </a:solidFill>
                <a:latin typeface="Microsoft JhengHei"/>
                <a:ea typeface="Microsoft JhengHei"/>
              </a:rPr>
              <a:t>；跨輪標準差中位僅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GICS-SSD（DL-THR − ZS）+1.080%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GICS-SDP（DL-THR − ZS）+0.861%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倍、資金利用率降為 0.66 倍，主要是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