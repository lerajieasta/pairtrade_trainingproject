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Ratio。55 條策略無一通過 0.95。最高的那條 DSR 0.681，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 個百分點，但那是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55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0.681（兩年形成期版本），而它的後半期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唯一例外：`KM-SSD-DRL`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GICS-SSD（DL-THR − ZS）+1.080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GICS-SDP（DL-THR − ZS）+0.861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