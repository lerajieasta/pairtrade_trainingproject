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2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3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3236" autoAdjust="0"/>
  </p:normalViewPr>
  <p:slideViewPr>
    <p:cSldViewPr snapToGrid="0" snapToObjects="1">
      <p:cViewPr varScale="1">
        <p:scale>
          <a:sx n="59" d="100"/>
          <a:sy n="59" d="100"/>
        </p:scale>
        <p:origin x="94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那篇更狠，把真實交易成本算進去之後，多數策略的淨報酬已經不顯著，</a:t>
            </a:r>
          </a:p>
          <a:p>
            <a:r>
              <a:t>2002 年之後基本無利可圖。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凝聚層次聚類、K-means。每一期都重新估計。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統計設計三個重點，加一個。</a:t>
            </a:r>
          </a:p>
          <a:p>
            <a:endParaRPr/>
          </a:p>
          <a:p>
            <a:r>
              <a:t>第一，抽樣單位。我不以 15 個參數配置當觀測單位，因為那是偽重複——它們共用</a:t>
            </a:r>
          </a:p>
          <a:p>
            <a:r>
              <a:t>同一份資料、同一段期間、同一批配對，有效樣本數其實接近一條回測路徑。我改以</a:t>
            </a:r>
          </a:p>
          <a:p>
            <a:r>
              <a:t>時間為抽樣單位。</a:t>
            </a:r>
          </a:p>
          <a:p>
            <a:endParaRPr/>
          </a:p>
          <a:p>
            <a:r>
              <a:t>第二，主檢定用循環區塊拔靴，逐日報酬差，一萬次重抽。區塊長度取一個完整交易期，</a:t>
            </a:r>
          </a:p>
          <a:p>
            <a:r>
              <a:t>因為剛才說過有六個交易期同時運行，逐期報酬序列有結構性自相關。多重比較用</a:t>
            </a:r>
          </a:p>
          <a:p>
            <a:r>
              <a:t>BH-FDR 校正。</a:t>
            </a:r>
          </a:p>
          <a:p>
            <a:endParaRPr/>
          </a:p>
          <a:p>
            <a:r>
              <a:t>第三，報告口徑是 15 個配置的等權組合，不是最佳配置。因為等權組合沒有東西可挑，</a:t>
            </a:r>
          </a:p>
          <a:p>
            <a:r>
              <a:t>選擇偏誤從源頭就消失了。代價是報告的絕對績效比較難看，這是誠實的代價。</a:t>
            </a:r>
          </a:p>
          <a:p>
            <a:endParaRPr/>
          </a:p>
          <a:p>
            <a:r>
              <a:t>最後一點很重要：消融這部分是完整預先登記的，假說、門檻、比較族、七項核對程序</a:t>
            </a:r>
          </a:p>
          <a:p>
            <a:r>
              <a:t>全部在回測啟動前就提交版本庫了。但我研究的其餘部分不是，那些是依文獻慣例在</a:t>
            </a:r>
          </a:p>
          <a:p>
            <a:r>
              <a:t>分析時採用的判準。兩者證據強度不同，我等一下報結果時會分開講。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 個百分點，方向全部為正，BH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 個百分點，實質等於零。最低的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 個百分點。但我要自己</a:t>
            </a:r>
          </a:p>
          <a:p>
            <a:r>
              <a:t>拆穿一件事：其中 0.282 個百分點純粹來自「少動用資本、閒置現金多收利息」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 個百分點，Sharpe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Ratio。41 條策略無一通過 0.95。最高的那條 DSR 0.885，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 個百分點，而參照臂</a:t>
            </a:r>
          </a:p>
          <a:p>
            <a:r>
              <a:t>自身的年化績效只有 0.461 個百分點。也就是說這個設計連參照臂自己那麼大的效果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跨輪 Sharpe 的標準差中位數是 0.031，而修正造成的位移中位數是 0.236，差了將近</a:t>
            </a:r>
          </a:p>
          <a:p>
            <a:r>
              <a:t>八倍。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 個百分點，但那是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 個百分點裡面，0.798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買進落後的、放空領先的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在 1962–2002 年報告年化超額報酬最高可達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納入佣金、買賣價差與放空費用後，獲利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大幅縮水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；且該文明確指出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2002 年後基本無利可圖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 個百分點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 個百分點。但其中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 pp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 pp、Sharpe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41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0.885，而它的後半期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 pp ＞ 參照臂自身績效 0.461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`entry_z`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位移（ΔSharpe 中位 +0.236）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遠大於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跨輪雜訊（標準差 0.031）。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唯一例外：`KM-SSD-DRL`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GICS-SSD（DRL − ZS）+1.080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GICS-SDP（DRL − ZS）+0.861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 pp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5569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3</cp:revision>
  <dcterms:created xsi:type="dcterms:W3CDTF">2013-01-27T09:14:16Z</dcterms:created>
  <dcterms:modified xsi:type="dcterms:W3CDTF">2026-09-22T06:18:12Z</dcterms:modified>
  <cp:category/>
</cp:coreProperties>
</file>