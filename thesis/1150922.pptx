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236" autoAdjust="0"/>
  </p:normalViewPr>
  <p:slideViewPr>
    <p:cSldViewPr snapToGrid="0" snapToObjects="1">
      <p:cViewPr>
        <p:scale>
          <a:sx n="66" d="100"/>
          <a:sy n="66" d="100"/>
        </p:scale>
        <p:origin x="644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Agglomerative、K-means。每一期都重新估計。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統計設計三個重點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第一，抽樣單位。我不以</a:t>
            </a:r>
            <a:r>
              <a:rPr dirty="0"/>
              <a:t> 15 </a:t>
            </a:r>
            <a:r>
              <a:rPr dirty="0" err="1"/>
              <a:t>個參數配置當觀測單位，因為那是偽重複</a:t>
            </a:r>
            <a:r>
              <a:rPr dirty="0"/>
              <a:t>——</a:t>
            </a:r>
            <a:r>
              <a:rPr dirty="0" err="1"/>
              <a:t>它們共用</a:t>
            </a:r>
            <a:endParaRPr dirty="0"/>
          </a:p>
          <a:p>
            <a:r>
              <a:rPr dirty="0" err="1"/>
              <a:t>同一份資料、同一段期間、同一批配對，有效樣本數其實接近一條回測路徑。我改以</a:t>
            </a:r>
            <a:endParaRPr dirty="0"/>
          </a:p>
          <a:p>
            <a:r>
              <a:rPr dirty="0" err="1"/>
              <a:t>時間為抽樣單位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第二，主檢定用循環區塊拔靴，逐日報酬差，一萬次重抽。區塊長度取一個完整交易期</a:t>
            </a:r>
            <a:r>
              <a:rPr dirty="0"/>
              <a:t>，</a:t>
            </a:r>
          </a:p>
          <a:p>
            <a:r>
              <a:rPr dirty="0" err="1"/>
              <a:t>因為剛才說過有六個交易期同時運行，逐期報酬序列有結構性自相關。多重比較用</a:t>
            </a:r>
            <a:endParaRPr dirty="0"/>
          </a:p>
          <a:p>
            <a:r>
              <a:rPr dirty="0"/>
              <a:t>BH-FDR </a:t>
            </a:r>
            <a:r>
              <a:rPr dirty="0" err="1"/>
              <a:t>校正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第三，報告口徑是</a:t>
            </a:r>
            <a:r>
              <a:rPr dirty="0"/>
              <a:t> 15 </a:t>
            </a:r>
            <a:r>
              <a:rPr dirty="0" err="1"/>
              <a:t>個配置的等權組合，不是最佳配置。因為等權組合沒有東西可挑</a:t>
            </a:r>
            <a:r>
              <a:rPr dirty="0"/>
              <a:t>，</a:t>
            </a:r>
          </a:p>
          <a:p>
            <a:r>
              <a:rPr dirty="0" err="1"/>
              <a:t>選擇偏誤從源頭就消失了。代價是報告的絕對績效比較難看，這是誠實的代價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最後一點很重要：消融這部分是完整預先登記的，假說、門檻、比較族、七項核對程序</a:t>
            </a:r>
            <a:endParaRPr dirty="0"/>
          </a:p>
          <a:p>
            <a:r>
              <a:rPr dirty="0" err="1"/>
              <a:t>全部在回測啟動前就提交版本庫了。但我研究的其餘部分不是，那些是依文獻慣例在</a:t>
            </a:r>
            <a:endParaRPr dirty="0"/>
          </a:p>
          <a:p>
            <a:r>
              <a:rPr dirty="0" err="1"/>
              <a:t>分析時採用的判準。兩者證據強度不同，我等一下報結果時會分開講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這一段的判準不是預先登記的，是依文獻慣例在分析時採用。</a:t>
            </a:r>
          </a:p>
          <a:p>
            <a:endParaRPr/>
          </a:p>
          <a:p>
            <a:r>
              <a:t>五個配對來源，年化增益從 0.239 到 0.798%，方向全部為正，BH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0.009%，實質等於零。最低的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0.390%。但我要自己</a:t>
            </a:r>
          </a:p>
          <a:p>
            <a:r>
              <a:t>拆穿一件事：其中 0.282%純粹來自「少動用資本、閒置現金多收利息」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0.375%，Sharpe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Ratio。55 條策略無一通過 0.95。最高的那條 DSR 0.681，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1.14%，而參照臂</a:t>
            </a:r>
          </a:p>
          <a:p>
            <a:r>
              <a:t>自身的年化績效只有 0.461%。也就是說這個設計連參照臂自己那麼大的效果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反過來、修正後反而更差的只有 1 組。跨輪 Sharpe 的標準差中位數只有 0.031。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4.6%，但那是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超額優勢拆開：1.080%裡面，0.798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買進相對低估的、放空相對高估的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以 1962–2002 年資料報告：計入交易成本後，年化超額報酬仍約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納入佣金、買賣價差與市場衝擊（單邊約 30 個基點）後，多數策略的淨報酬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已不再顯著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每期中位可用標的數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JhengHei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年化Δ（%）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CI（%）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+0.009%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+0.375、+0.390%。但其中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+0.282%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+0.375%、Sharpe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55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0.681（兩年形成期版本），而它的後半期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大型股，而報酬衰減在流動性高的大型股上更明顯；且 2010 年前因價格資料缺口，每期可用標的僅約 237 檔（其後約 447）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1.14% ＞ 參照臂自身績效 0.461%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entry_z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修正後反而更差的只有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1 / 120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；跨輪 Sharpe 標準差中位僅 0.031。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唯一例外：KM-SSD-DRL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GICS-SSD（DL-THR − ZS）+1.080%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GICS-SDP（DL-THR − ZS）+0.861%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+0.282%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5598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4</cp:revision>
  <dcterms:created xsi:type="dcterms:W3CDTF">2013-01-27T09:14:16Z</dcterms:created>
  <dcterms:modified xsi:type="dcterms:W3CDTF">2026-09-22T07:20:13Z</dcterms:modified>
  <cp:category/>
</cp:coreProperties>
</file>